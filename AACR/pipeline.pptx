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08CC5-1F7B-A5C2-D097-94FB7F842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E9F633-E4A6-3E14-8B11-C2B2B9548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22D53E-B980-14D5-FF81-C9B26DD8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26D5F-BEB6-5CDD-E7B6-E5AEA1A2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8F4C8-D767-A5B9-E626-0150DD54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78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505EA-794B-AFF0-C351-D315274D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202FA1-6DAA-5CE0-0E53-A757DC1DD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C8ABCD-125C-C59D-7EE4-2413E733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F54AEF-FE2F-DA16-8C6A-B4C5D9D7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27CDE0-397D-1B07-9290-67B10D5F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79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999C1-FBE7-3DAE-169E-4EBC0403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406817-B1E3-89E3-B402-84A4B28BC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19E94-61E7-92FF-1933-7CAE85D2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3BECA8-0B55-5354-47B2-E4195DFA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ACD220-CFDC-7DD5-A1AC-A986F9BC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694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24190-9F75-6C2A-BF32-D9BFB5B9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3E493-D12C-550D-EAB8-0ED3445A5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DA5717-9F1E-5FB2-01C6-348ADB249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4115F6-5D0C-6F6A-6455-03638C762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FEA982-1AFA-35B7-5C6D-CDD64067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9DA339-2EAF-3F49-F6FE-5CB3659E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33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3B15D-2BC5-44DA-8893-DB983A1A1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DE8616-EA8E-723F-DEDA-C68C098F3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C85CB1-583D-D301-5880-3AB324A4B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240232-BC84-9F60-A8AD-F53D929CD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68B3F1-2682-EA24-9FD3-303DB80BA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37A073-806A-0EB0-81DD-2FA151AE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31C9B0-727D-E36A-1EB3-C16F2E66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CBB85A-BDF7-C73C-0D54-38175B1B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27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0DC3-7513-FC65-7C35-9E32F677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98BE70-C6DC-4D07-41A5-FDECFFE18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0F255E-725B-A942-9AC6-9ABA9883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EC4EE7-1850-9B6A-EEF5-DC8722FD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78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A28CB4-E43F-C47E-DC81-D1A42239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96FC6D-3102-86C4-CEDC-645EEC89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E7C80-D69C-4673-FD13-004B8DBD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51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48939-09AF-A833-F15F-501FB4FD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4355A2-6D14-ACE0-B73A-D33F80278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B4D1A7-875D-EB9F-0EDE-1F3F1563C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F1FB82-2709-DB80-2D11-EE5C2EA5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1DD2F3-7787-2752-D294-FC72A9BF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715BE9-461D-3442-90AB-2401398A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90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B56F5-41DB-FD50-1632-FDB4F9F8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3190B2-8FA9-9766-EC97-7B5B40361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8472F6-F18D-5893-1EA1-956D41AF9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42266C-CA23-7D8F-9A9A-DE5776FE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38CF51-C65B-8857-1BF4-A9B273A4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C2C777-D542-AF60-F1AE-653904DB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1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FB6CA-5323-301D-821E-F428566D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A9E406-0640-8EA7-008C-B5D0CC289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022D8-EDC4-457A-5183-7C7772D9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EF0752-8844-958B-300D-80F5CA86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126CB-1FB9-C81F-25CD-9C76FC10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1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16198D-625E-D103-34CD-8D648775B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648C87-E977-E75E-9BF2-E2F32A72F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81A84-1958-0DB1-5285-57A6215A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83614A-FA13-B34A-37EF-94B3655F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AA6EA-CE73-0CAA-A386-729E8138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BB04B5-03A9-3942-6186-F2B7CF8D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96C788-BD0D-93A5-A76A-0C7EFCFD2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D5BDB-AF8C-5F4A-2A18-DB837DA62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83F53-7E75-4461-BF1E-BAD625BAE47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7E143-B7D1-6864-9783-A2F623742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A5042D-285B-A0FA-2205-9F0481E7B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5370A-D71E-494A-A624-314EC87FE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8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DE640EA-4D14-9C34-E23B-92544B2DA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322" y="339090"/>
            <a:ext cx="3685150" cy="415671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A6A291B-210D-A5D4-B87F-E40D02E062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4"/>
          <a:stretch>
            <a:fillRect/>
          </a:stretch>
        </p:blipFill>
        <p:spPr>
          <a:xfrm>
            <a:off x="6458391" y="951289"/>
            <a:ext cx="5133388" cy="38889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B8817A-D1CE-A43A-DF8D-910278DDA082}"/>
              </a:ext>
            </a:extLst>
          </p:cNvPr>
          <p:cNvSpPr txBox="1"/>
          <p:nvPr/>
        </p:nvSpPr>
        <p:spPr>
          <a:xfrm>
            <a:off x="1153551" y="1406769"/>
            <a:ext cx="191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Urine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0E2FD-C2AB-CFB0-6D99-DFA32B36E356}"/>
              </a:ext>
            </a:extLst>
          </p:cNvPr>
          <p:cNvSpPr txBox="1"/>
          <p:nvPr/>
        </p:nvSpPr>
        <p:spPr>
          <a:xfrm>
            <a:off x="4550897" y="3908327"/>
            <a:ext cx="170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7" name="더하기 기호 6">
            <a:extLst>
              <a:ext uri="{FF2B5EF4-FFF2-40B4-BE49-F238E27FC236}">
                <a16:creationId xmlns:a16="http://schemas.microsoft.com/office/drawing/2014/main" id="{38E86CFF-C3D6-53FD-DF19-9FB8661E1953}"/>
              </a:ext>
            </a:extLst>
          </p:cNvPr>
          <p:cNvSpPr/>
          <p:nvPr/>
        </p:nvSpPr>
        <p:spPr>
          <a:xfrm>
            <a:off x="4684541" y="3292774"/>
            <a:ext cx="872197" cy="36576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50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D2BAD99-62F7-5D05-11DD-72DED09459EC}"/>
              </a:ext>
            </a:extLst>
          </p:cNvPr>
          <p:cNvGrpSpPr/>
          <p:nvPr/>
        </p:nvGrpSpPr>
        <p:grpSpPr>
          <a:xfrm>
            <a:off x="111990" y="26581"/>
            <a:ext cx="12192000" cy="6804837"/>
            <a:chOff x="73890" y="53163"/>
            <a:chExt cx="12192000" cy="6804837"/>
          </a:xfrm>
          <a:solidFill>
            <a:schemeClr val="bg1"/>
          </a:solidFill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07AFC1E-93BC-6B64-E13B-CDB87AED3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0" y="53163"/>
              <a:ext cx="12192000" cy="6804837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BAEB97C-276E-9EF8-B71D-8A94A06A066F}"/>
                </a:ext>
              </a:extLst>
            </p:cNvPr>
            <p:cNvSpPr/>
            <p:nvPr/>
          </p:nvSpPr>
          <p:spPr>
            <a:xfrm>
              <a:off x="4682836" y="1616364"/>
              <a:ext cx="1200728" cy="5264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B3BD94-D3A9-4F7D-6955-810DFB1FD7CE}"/>
              </a:ext>
            </a:extLst>
          </p:cNvPr>
          <p:cNvSpPr/>
          <p:nvPr/>
        </p:nvSpPr>
        <p:spPr>
          <a:xfrm>
            <a:off x="1921164" y="2872509"/>
            <a:ext cx="1514763" cy="1413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3A8298-0247-F348-3853-11E244097912}"/>
              </a:ext>
            </a:extLst>
          </p:cNvPr>
          <p:cNvSpPr/>
          <p:nvPr/>
        </p:nvSpPr>
        <p:spPr>
          <a:xfrm>
            <a:off x="6821054" y="2145145"/>
            <a:ext cx="1870364" cy="2867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0AC0B8-4E56-0C0C-F7B7-E5F0E0D88DEC}"/>
              </a:ext>
            </a:extLst>
          </p:cNvPr>
          <p:cNvSpPr/>
          <p:nvPr/>
        </p:nvSpPr>
        <p:spPr>
          <a:xfrm>
            <a:off x="2749629" y="1351561"/>
            <a:ext cx="5641896" cy="5382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F5219D3-A618-BB61-D77A-F2D5C0EF5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48" b="91098" l="9804" r="89978">
                        <a14:foregroundMark x1="52723" y1="76894" x2="52723" y2="76894"/>
                        <a14:foregroundMark x1="37473" y1="75947" x2="37473" y2="75947"/>
                        <a14:foregroundMark x1="47059" y1="73864" x2="46405" y2="73674"/>
                        <a14:foregroundMark x1="42484" y1="75379" x2="38998" y2="81061"/>
                        <a14:foregroundMark x1="38998" y1="81061" x2="42484" y2="82955"/>
                        <a14:foregroundMark x1="62092" y1="82197" x2="62092" y2="82197"/>
                        <a14:foregroundMark x1="62963" y1="83144" x2="62963" y2="83144"/>
                        <a14:foregroundMark x1="58388" y1="74053" x2="58388" y2="74053"/>
                        <a14:foregroundMark x1="60349" y1="77273" x2="60566" y2="78788"/>
                        <a14:foregroundMark x1="58388" y1="81250" x2="57734" y2="82386"/>
                        <a14:foregroundMark x1="57516" y1="84470" x2="57516" y2="84470"/>
                        <a14:foregroundMark x1="72113" y1="78788" x2="72113" y2="78788"/>
                        <a14:foregroundMark x1="72113" y1="71780" x2="72113" y2="71780"/>
                        <a14:foregroundMark x1="72113" y1="65720" x2="72113" y2="65720"/>
                        <a14:foregroundMark x1="68410" y1="70265" x2="68410" y2="70265"/>
                        <a14:foregroundMark x1="67974" y1="70833" x2="66449" y2="72727"/>
                        <a14:foregroundMark x1="70153" y1="67992" x2="69063" y2="69508"/>
                        <a14:foregroundMark x1="77124" y1="67803" x2="77124" y2="67803"/>
                        <a14:foregroundMark x1="77778" y1="68182" x2="81046" y2="71212"/>
                        <a14:foregroundMark x1="70588" y1="68371" x2="62527" y2="71780"/>
                        <a14:foregroundMark x1="77560" y1="84848" x2="68410" y2="88636"/>
                        <a14:foregroundMark x1="71895" y1="78598" x2="63834" y2="83902"/>
                        <a14:foregroundMark x1="71024" y1="74242" x2="69935" y2="85227"/>
                        <a14:foregroundMark x1="75817" y1="86174" x2="75381" y2="87879"/>
                        <a14:foregroundMark x1="77560" y1="87879" x2="74074" y2="88636"/>
                        <a14:foregroundMark x1="72767" y1="91098" x2="72767" y2="91098"/>
                        <a14:foregroundMark x1="32680" y1="82955" x2="24183" y2="89583"/>
                        <a14:foregroundMark x1="24183" y1="89583" x2="24183" y2="89583"/>
                        <a14:foregroundMark x1="22876" y1="82008" x2="23529" y2="75568"/>
                        <a14:foregroundMark x1="26580" y1="70265" x2="26144" y2="69318"/>
                        <a14:foregroundMark x1="23965" y1="68182" x2="22658" y2="68750"/>
                        <a14:foregroundMark x1="28105" y1="68939" x2="30501" y2="71402"/>
                        <a14:foregroundMark x1="21569" y1="85985" x2="20479" y2="86553"/>
                        <a14:foregroundMark x1="18519" y1="85795" x2="18301" y2="86364"/>
                        <a14:backgroundMark x1="18301" y1="11932" x2="76471" y2="39583"/>
                        <a14:backgroundMark x1="76471" y1="39583" x2="76688" y2="40530"/>
                        <a14:backgroundMark x1="72985" y1="45644" x2="24401" y2="34280"/>
                        <a14:backgroundMark x1="24401" y1="34280" x2="71242" y2="25189"/>
                        <a14:backgroundMark x1="71242" y1="25189" x2="60566" y2="33333"/>
                        <a14:backgroundMark x1="60566" y1="33333" x2="36601" y2="34848"/>
                        <a14:backgroundMark x1="36601" y1="34848" x2="50980" y2="34091"/>
                        <a14:backgroundMark x1="50980" y1="34091" x2="51634" y2="45833"/>
                        <a14:backgroundMark x1="51634" y1="45833" x2="45534" y2="32197"/>
                        <a14:backgroundMark x1="45534" y1="32197" x2="15251" y2="46212"/>
                        <a14:backgroundMark x1="15251" y1="46212" x2="10022" y2="27273"/>
                        <a14:backgroundMark x1="62092" y1="24242" x2="86928" y2="25379"/>
                        <a14:backgroundMark x1="86928" y1="25379" x2="87364" y2="27462"/>
                        <a14:backgroundMark x1="74074" y1="21402" x2="39651" y2="20455"/>
                        <a14:backgroundMark x1="39651" y1="20455" x2="30719" y2="17614"/>
                        <a14:backgroundMark x1="66885" y1="14773" x2="59695" y2="22538"/>
                        <a14:backgroundMark x1="59695" y1="22538" x2="44662" y2="18750"/>
                        <a14:backgroundMark x1="44662" y1="18750" x2="17865" y2="24621"/>
                        <a14:backgroundMark x1="17865" y1="24621" x2="27233" y2="14962"/>
                        <a14:backgroundMark x1="27233" y1="14962" x2="23965" y2="15909"/>
                        <a14:backgroundMark x1="19390" y1="17614" x2="19390" y2="20833"/>
                        <a14:backgroundMark x1="19608" y1="22538" x2="21569" y2="31439"/>
                        <a14:backgroundMark x1="22222" y1="37311" x2="21133" y2="39205"/>
                        <a14:backgroundMark x1="17865" y1="44508" x2="16558" y2="46212"/>
                        <a14:backgroundMark x1="16340" y1="46591" x2="15686" y2="48295"/>
                        <a14:backgroundMark x1="15251" y1="48674" x2="15251" y2="49621"/>
                        <a14:backgroundMark x1="15033" y1="49621" x2="56645" y2="51894"/>
                        <a14:backgroundMark x1="62092" y1="54167" x2="64924" y2="54545"/>
                        <a14:backgroundMark x1="74946" y1="52273" x2="76035" y2="51515"/>
                        <a14:backgroundMark x1="77560" y1="51705" x2="77560" y2="51705"/>
                        <a14:backgroundMark x1="74510" y1="24242" x2="74510" y2="24242"/>
                        <a14:backgroundMark x1="75163" y1="16667" x2="75163" y2="16667"/>
                      </a14:backgroundRemoval>
                    </a14:imgEffect>
                  </a14:imgLayer>
                </a14:imgProps>
              </a:ext>
            </a:extLst>
          </a:blip>
          <a:srcRect t="61968"/>
          <a:stretch>
            <a:fillRect/>
          </a:stretch>
        </p:blipFill>
        <p:spPr>
          <a:xfrm>
            <a:off x="3237056" y="3877689"/>
            <a:ext cx="4372585" cy="19129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CF8D194-009D-BABC-4EA3-34B5A5F34E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3362" y1="10365" x2="69869" y2="13244"/>
                        <a14:foregroundMark x1="69869" y1="13244" x2="75328" y2="10940"/>
                      </a14:backgroundRemoval>
                    </a14:imgEffect>
                  </a14:imgLayer>
                </a14:imgProps>
              </a:ext>
            </a:extLst>
          </a:blip>
          <a:srcRect b="38788"/>
          <a:stretch>
            <a:fillRect/>
          </a:stretch>
        </p:blipFill>
        <p:spPr>
          <a:xfrm>
            <a:off x="3144293" y="300181"/>
            <a:ext cx="4363059" cy="30381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AB98E6-D240-5C9D-3D4C-FD226F3DC8D9}"/>
              </a:ext>
            </a:extLst>
          </p:cNvPr>
          <p:cNvSpPr/>
          <p:nvPr/>
        </p:nvSpPr>
        <p:spPr>
          <a:xfrm>
            <a:off x="304397" y="1758332"/>
            <a:ext cx="2247900" cy="393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7F09AF8-A8AF-B30F-BF7F-17CB346CBC06}"/>
              </a:ext>
            </a:extLst>
          </p:cNvPr>
          <p:cNvCxnSpPr>
            <a:cxnSpLocks/>
            <a:stCxn id="16" idx="0"/>
          </p:cNvCxnSpPr>
          <p:nvPr/>
        </p:nvCxnSpPr>
        <p:spPr>
          <a:xfrm>
            <a:off x="2077284" y="271790"/>
            <a:ext cx="1678451" cy="10391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43AF97D-4D73-0A25-4472-D45D556B5BF2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077284" y="1684954"/>
            <a:ext cx="1460285" cy="229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416740E-159A-773C-D2E9-8C78AF54C55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140" b="17240"/>
          <a:stretch>
            <a:fillRect/>
          </a:stretch>
        </p:blipFill>
        <p:spPr>
          <a:xfrm>
            <a:off x="1546191" y="271790"/>
            <a:ext cx="1062186" cy="141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6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4742336-914c-47dd-9668-37ab4b821de8}" enabled="1" method="Standard" siteId="{3489ac63-3ba9-41fb-8dbd-c0d8992b46b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Yoon Insu_윤인수_Health Care_HQ</dc:creator>
  <cp:lastModifiedBy>Yoon Insu_윤인수_Health Care_HQ</cp:lastModifiedBy>
  <cp:revision>3</cp:revision>
  <dcterms:created xsi:type="dcterms:W3CDTF">2026-03-31T04:19:43Z</dcterms:created>
  <dcterms:modified xsi:type="dcterms:W3CDTF">2026-03-31T07:24:21Z</dcterms:modified>
</cp:coreProperties>
</file>